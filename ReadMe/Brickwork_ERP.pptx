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8" r:id="rId5"/>
    <p:sldId id="264" r:id="rId6"/>
    <p:sldId id="266" r:id="rId7"/>
    <p:sldId id="267" r:id="rId8"/>
    <p:sldId id="261" r:id="rId9"/>
    <p:sldId id="265" r:id="rId10"/>
    <p:sldId id="263" r:id="rId11"/>
    <p:sldId id="260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43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E4435F-C934-4A8D-A202-452EA73BA477}" v="54" dt="2026-03-16T12:19:58.334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4660"/>
  </p:normalViewPr>
  <p:slideViewPr>
    <p:cSldViewPr snapToGrid="0">
      <p:cViewPr varScale="1">
        <p:scale>
          <a:sx n="63" d="100"/>
          <a:sy n="63" d="100"/>
        </p:scale>
        <p:origin x="1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sh Kumar Pal" userId="1372ed16-b24c-4adb-a0f6-add596850286" providerId="ADAL" clId="{1698F5DB-691E-4EE4-BD30-89FB80E07A9F}"/>
    <pc:docChg chg="undo redo custSel addSld delSld modSld">
      <pc:chgData name="Rajesh Kumar Pal" userId="1372ed16-b24c-4adb-a0f6-add596850286" providerId="ADAL" clId="{1698F5DB-691E-4EE4-BD30-89FB80E07A9F}" dt="2026-03-16T12:19:58.333" v="325"/>
      <pc:docMkLst>
        <pc:docMk/>
      </pc:docMkLst>
      <pc:sldChg chg="addSp delSp modSp mod">
        <pc:chgData name="Rajesh Kumar Pal" userId="1372ed16-b24c-4adb-a0f6-add596850286" providerId="ADAL" clId="{1698F5DB-691E-4EE4-BD30-89FB80E07A9F}" dt="2026-03-16T10:46:58.437" v="27" actId="2710"/>
        <pc:sldMkLst>
          <pc:docMk/>
          <pc:sldMk cId="1662101722" sldId="257"/>
        </pc:sldMkLst>
        <pc:spChg chg="mod">
          <ac:chgData name="Rajesh Kumar Pal" userId="1372ed16-b24c-4adb-a0f6-add596850286" providerId="ADAL" clId="{1698F5DB-691E-4EE4-BD30-89FB80E07A9F}" dt="2026-03-16T10:45:34.727" v="0"/>
          <ac:spMkLst>
            <pc:docMk/>
            <pc:sldMk cId="1662101722" sldId="257"/>
            <ac:spMk id="2" creationId="{20153741-2BEE-3992-D13F-835CEF4BB54F}"/>
          </ac:spMkLst>
        </pc:spChg>
        <pc:spChg chg="add del">
          <ac:chgData name="Rajesh Kumar Pal" userId="1372ed16-b24c-4adb-a0f6-add596850286" providerId="ADAL" clId="{1698F5DB-691E-4EE4-BD30-89FB80E07A9F}" dt="2026-03-16T10:46:19.616" v="7"/>
          <ac:spMkLst>
            <pc:docMk/>
            <pc:sldMk cId="1662101722" sldId="257"/>
            <ac:spMk id="3" creationId="{C17417CC-7EAC-A285-20A6-C90BB8DFC9FA}"/>
          </ac:spMkLst>
        </pc:spChg>
        <pc:spChg chg="add mod">
          <ac:chgData name="Rajesh Kumar Pal" userId="1372ed16-b24c-4adb-a0f6-add596850286" providerId="ADAL" clId="{1698F5DB-691E-4EE4-BD30-89FB80E07A9F}" dt="2026-03-16T10:46:58.437" v="27" actId="2710"/>
          <ac:spMkLst>
            <pc:docMk/>
            <pc:sldMk cId="1662101722" sldId="257"/>
            <ac:spMk id="6" creationId="{20A6FA5A-6D13-D58C-41FB-63A9C8E62F2D}"/>
          </ac:spMkLst>
        </pc:spChg>
      </pc:sldChg>
      <pc:sldChg chg="del">
        <pc:chgData name="Rajesh Kumar Pal" userId="1372ed16-b24c-4adb-a0f6-add596850286" providerId="ADAL" clId="{1698F5DB-691E-4EE4-BD30-89FB80E07A9F}" dt="2026-03-16T10:47:20.475" v="28" actId="47"/>
        <pc:sldMkLst>
          <pc:docMk/>
          <pc:sldMk cId="4000804256" sldId="258"/>
        </pc:sldMkLst>
      </pc:sldChg>
      <pc:sldChg chg="modSp mod">
        <pc:chgData name="Rajesh Kumar Pal" userId="1372ed16-b24c-4adb-a0f6-add596850286" providerId="ADAL" clId="{1698F5DB-691E-4EE4-BD30-89FB80E07A9F}" dt="2026-03-16T12:19:58.333" v="325"/>
        <pc:sldMkLst>
          <pc:docMk/>
          <pc:sldMk cId="326326456" sldId="259"/>
        </pc:sldMkLst>
        <pc:spChg chg="mod">
          <ac:chgData name="Rajesh Kumar Pal" userId="1372ed16-b24c-4adb-a0f6-add596850286" providerId="ADAL" clId="{1698F5DB-691E-4EE4-BD30-89FB80E07A9F}" dt="2026-03-16T10:55:04.276" v="118" actId="20577"/>
          <ac:spMkLst>
            <pc:docMk/>
            <pc:sldMk cId="326326456" sldId="259"/>
            <ac:spMk id="6" creationId="{C51BB9EA-5CCE-3598-E85B-1D1A5B726506}"/>
          </ac:spMkLst>
        </pc:spChg>
        <pc:spChg chg="mod">
          <ac:chgData name="Rajesh Kumar Pal" userId="1372ed16-b24c-4adb-a0f6-add596850286" providerId="ADAL" clId="{1698F5DB-691E-4EE4-BD30-89FB80E07A9F}" dt="2026-03-16T12:19:58.333" v="325"/>
          <ac:spMkLst>
            <pc:docMk/>
            <pc:sldMk cId="326326456" sldId="259"/>
            <ac:spMk id="7" creationId="{B0E6DC71-7599-B310-DEED-F90F2E6D7C5B}"/>
          </ac:spMkLst>
        </pc:spChg>
      </pc:sldChg>
      <pc:sldChg chg="addSp delSp modSp mod">
        <pc:chgData name="Rajesh Kumar Pal" userId="1372ed16-b24c-4adb-a0f6-add596850286" providerId="ADAL" clId="{1698F5DB-691E-4EE4-BD30-89FB80E07A9F}" dt="2026-03-16T11:14:59.586" v="324" actId="1076"/>
        <pc:sldMkLst>
          <pc:docMk/>
          <pc:sldMk cId="562785235" sldId="260"/>
        </pc:sldMkLst>
        <pc:spChg chg="add">
          <ac:chgData name="Rajesh Kumar Pal" userId="1372ed16-b24c-4adb-a0f6-add596850286" providerId="ADAL" clId="{1698F5DB-691E-4EE4-BD30-89FB80E07A9F}" dt="2026-03-16T11:13:03.235" v="302"/>
          <ac:spMkLst>
            <pc:docMk/>
            <pc:sldMk cId="562785235" sldId="260"/>
            <ac:spMk id="2" creationId="{C0FB32BB-9658-12B0-ED4F-0F0BA8E3D6C7}"/>
          </ac:spMkLst>
        </pc:spChg>
        <pc:spChg chg="add del mod">
          <ac:chgData name="Rajesh Kumar Pal" userId="1372ed16-b24c-4adb-a0f6-add596850286" providerId="ADAL" clId="{1698F5DB-691E-4EE4-BD30-89FB80E07A9F}" dt="2026-03-16T11:14:13.817" v="316" actId="478"/>
          <ac:spMkLst>
            <pc:docMk/>
            <pc:sldMk cId="562785235" sldId="260"/>
            <ac:spMk id="3" creationId="{80FF4DCD-7BA0-56FC-D2F1-38759DF3F6B1}"/>
          </ac:spMkLst>
        </pc:spChg>
        <pc:spChg chg="add mod">
          <ac:chgData name="Rajesh Kumar Pal" userId="1372ed16-b24c-4adb-a0f6-add596850286" providerId="ADAL" clId="{1698F5DB-691E-4EE4-BD30-89FB80E07A9F}" dt="2026-03-16T11:14:59.586" v="324" actId="1076"/>
          <ac:spMkLst>
            <pc:docMk/>
            <pc:sldMk cId="562785235" sldId="260"/>
            <ac:spMk id="4" creationId="{A3C04E0A-79CD-F372-F1EF-5FD0D53A3A99}"/>
          </ac:spMkLst>
        </pc:spChg>
        <pc:spChg chg="mod">
          <ac:chgData name="Rajesh Kumar Pal" userId="1372ed16-b24c-4adb-a0f6-add596850286" providerId="ADAL" clId="{1698F5DB-691E-4EE4-BD30-89FB80E07A9F}" dt="2026-03-16T11:13:35.878" v="310" actId="242"/>
          <ac:spMkLst>
            <pc:docMk/>
            <pc:sldMk cId="562785235" sldId="260"/>
            <ac:spMk id="6" creationId="{38E38BD1-9DA2-DA91-5DFA-7902F53577C5}"/>
          </ac:spMkLst>
        </pc:spChg>
      </pc:sldChg>
      <pc:sldChg chg="modSp mod">
        <pc:chgData name="Rajesh Kumar Pal" userId="1372ed16-b24c-4adb-a0f6-add596850286" providerId="ADAL" clId="{1698F5DB-691E-4EE4-BD30-89FB80E07A9F}" dt="2026-03-16T11:09:44.655" v="259" actId="20577"/>
        <pc:sldMkLst>
          <pc:docMk/>
          <pc:sldMk cId="6916653" sldId="261"/>
        </pc:sldMkLst>
        <pc:spChg chg="mod">
          <ac:chgData name="Rajesh Kumar Pal" userId="1372ed16-b24c-4adb-a0f6-add596850286" providerId="ADAL" clId="{1698F5DB-691E-4EE4-BD30-89FB80E07A9F}" dt="2026-03-16T10:55:19.453" v="139" actId="20577"/>
          <ac:spMkLst>
            <pc:docMk/>
            <pc:sldMk cId="6916653" sldId="261"/>
            <ac:spMk id="6" creationId="{94FBAA05-FA02-6DF4-3FA7-CBCB62D95C41}"/>
          </ac:spMkLst>
        </pc:spChg>
        <pc:spChg chg="mod">
          <ac:chgData name="Rajesh Kumar Pal" userId="1372ed16-b24c-4adb-a0f6-add596850286" providerId="ADAL" clId="{1698F5DB-691E-4EE4-BD30-89FB80E07A9F}" dt="2026-03-16T11:09:36.464" v="254" actId="27636"/>
          <ac:spMkLst>
            <pc:docMk/>
            <pc:sldMk cId="6916653" sldId="261"/>
            <ac:spMk id="7" creationId="{1853E98B-1B8B-8DB6-B4A4-B59150A54837}"/>
          </ac:spMkLst>
        </pc:spChg>
        <pc:spChg chg="mod">
          <ac:chgData name="Rajesh Kumar Pal" userId="1372ed16-b24c-4adb-a0f6-add596850286" providerId="ADAL" clId="{1698F5DB-691E-4EE4-BD30-89FB80E07A9F}" dt="2026-03-16T11:09:44.655" v="259" actId="20577"/>
          <ac:spMkLst>
            <pc:docMk/>
            <pc:sldMk cId="6916653" sldId="261"/>
            <ac:spMk id="8" creationId="{EC812065-BA63-FCEC-36A9-214314480371}"/>
          </ac:spMkLst>
        </pc:spChg>
      </pc:sldChg>
      <pc:sldChg chg="delSp modSp new mod">
        <pc:chgData name="Rajesh Kumar Pal" userId="1372ed16-b24c-4adb-a0f6-add596850286" providerId="ADAL" clId="{1698F5DB-691E-4EE4-BD30-89FB80E07A9F}" dt="2026-03-16T10:58:55.103" v="180"/>
        <pc:sldMkLst>
          <pc:docMk/>
          <pc:sldMk cId="2282085513" sldId="263"/>
        </pc:sldMkLst>
        <pc:spChg chg="mod">
          <ac:chgData name="Rajesh Kumar Pal" userId="1372ed16-b24c-4adb-a0f6-add596850286" providerId="ADAL" clId="{1698F5DB-691E-4EE4-BD30-89FB80E07A9F}" dt="2026-03-16T10:55:31.187" v="141"/>
          <ac:spMkLst>
            <pc:docMk/>
            <pc:sldMk cId="2282085513" sldId="263"/>
            <ac:spMk id="2" creationId="{BF7BA46E-248B-EDB7-25EE-AD2A52E90E4A}"/>
          </ac:spMkLst>
        </pc:spChg>
        <pc:spChg chg="mod">
          <ac:chgData name="Rajesh Kumar Pal" userId="1372ed16-b24c-4adb-a0f6-add596850286" providerId="ADAL" clId="{1698F5DB-691E-4EE4-BD30-89FB80E07A9F}" dt="2026-03-16T10:58:55.103" v="180"/>
          <ac:spMkLst>
            <pc:docMk/>
            <pc:sldMk cId="2282085513" sldId="263"/>
            <ac:spMk id="3" creationId="{09DCC63E-6A27-30DF-08D0-F1AF8E183C69}"/>
          </ac:spMkLst>
        </pc:spChg>
        <pc:spChg chg="del">
          <ac:chgData name="Rajesh Kumar Pal" userId="1372ed16-b24c-4adb-a0f6-add596850286" providerId="ADAL" clId="{1698F5DB-691E-4EE4-BD30-89FB80E07A9F}" dt="2026-03-16T10:56:56.187" v="162" actId="478"/>
          <ac:spMkLst>
            <pc:docMk/>
            <pc:sldMk cId="2282085513" sldId="263"/>
            <ac:spMk id="4" creationId="{BA269C50-F2F8-BB1C-8ACF-296A23E0DD17}"/>
          </ac:spMkLst>
        </pc:spChg>
      </pc:sldChg>
      <pc:sldChg chg="modSp new mod">
        <pc:chgData name="Rajesh Kumar Pal" userId="1372ed16-b24c-4adb-a0f6-add596850286" providerId="ADAL" clId="{1698F5DB-691E-4EE4-BD30-89FB80E07A9F}" dt="2026-03-16T11:03:57.305" v="204" actId="27636"/>
        <pc:sldMkLst>
          <pc:docMk/>
          <pc:sldMk cId="340742402" sldId="264"/>
        </pc:sldMkLst>
        <pc:spChg chg="mod">
          <ac:chgData name="Rajesh Kumar Pal" userId="1372ed16-b24c-4adb-a0f6-add596850286" providerId="ADAL" clId="{1698F5DB-691E-4EE4-BD30-89FB80E07A9F}" dt="2026-03-16T10:57:19.720" v="165"/>
          <ac:spMkLst>
            <pc:docMk/>
            <pc:sldMk cId="340742402" sldId="264"/>
            <ac:spMk id="2" creationId="{6D6F8A82-8FE9-1351-E82C-D7C2579B562C}"/>
          </ac:spMkLst>
        </pc:spChg>
        <pc:spChg chg="mod">
          <ac:chgData name="Rajesh Kumar Pal" userId="1372ed16-b24c-4adb-a0f6-add596850286" providerId="ADAL" clId="{1698F5DB-691E-4EE4-BD30-89FB80E07A9F}" dt="2026-03-16T11:03:57.305" v="204" actId="27636"/>
          <ac:spMkLst>
            <pc:docMk/>
            <pc:sldMk cId="340742402" sldId="264"/>
            <ac:spMk id="3" creationId="{DD1A0B1C-7EC6-6BFF-FBC2-B5F0BCA9B058}"/>
          </ac:spMkLst>
        </pc:spChg>
      </pc:sldChg>
      <pc:sldChg chg="modSp new mod">
        <pc:chgData name="Rajesh Kumar Pal" userId="1372ed16-b24c-4adb-a0f6-add596850286" providerId="ADAL" clId="{1698F5DB-691E-4EE4-BD30-89FB80E07A9F}" dt="2026-03-16T10:58:23.006" v="176"/>
        <pc:sldMkLst>
          <pc:docMk/>
          <pc:sldMk cId="3295061620" sldId="265"/>
        </pc:sldMkLst>
        <pc:spChg chg="mod">
          <ac:chgData name="Rajesh Kumar Pal" userId="1372ed16-b24c-4adb-a0f6-add596850286" providerId="ADAL" clId="{1698F5DB-691E-4EE4-BD30-89FB80E07A9F}" dt="2026-03-16T10:58:11.404" v="175" actId="6549"/>
          <ac:spMkLst>
            <pc:docMk/>
            <pc:sldMk cId="3295061620" sldId="265"/>
            <ac:spMk id="2" creationId="{37F2512E-54CF-92BC-6D1F-65A217463FE8}"/>
          </ac:spMkLst>
        </pc:spChg>
        <pc:spChg chg="mod">
          <ac:chgData name="Rajesh Kumar Pal" userId="1372ed16-b24c-4adb-a0f6-add596850286" providerId="ADAL" clId="{1698F5DB-691E-4EE4-BD30-89FB80E07A9F}" dt="2026-03-16T10:58:23.006" v="176"/>
          <ac:spMkLst>
            <pc:docMk/>
            <pc:sldMk cId="3295061620" sldId="265"/>
            <ac:spMk id="3" creationId="{4D3C0BE3-3864-C705-A08C-A2C26DF50D86}"/>
          </ac:spMkLst>
        </pc:spChg>
      </pc:sldChg>
      <pc:sldChg chg="addSp modSp new mod modClrScheme chgLayout">
        <pc:chgData name="Rajesh Kumar Pal" userId="1372ed16-b24c-4adb-a0f6-add596850286" providerId="ADAL" clId="{1698F5DB-691E-4EE4-BD30-89FB80E07A9F}" dt="2026-03-16T12:19:58.333" v="325"/>
        <pc:sldMkLst>
          <pc:docMk/>
          <pc:sldMk cId="214583351" sldId="266"/>
        </pc:sldMkLst>
        <pc:spChg chg="mod">
          <ac:chgData name="Rajesh Kumar Pal" userId="1372ed16-b24c-4adb-a0f6-add596850286" providerId="ADAL" clId="{1698F5DB-691E-4EE4-BD30-89FB80E07A9F}" dt="2026-03-16T11:07:48.638" v="246" actId="26606"/>
          <ac:spMkLst>
            <pc:docMk/>
            <pc:sldMk cId="214583351" sldId="266"/>
            <ac:spMk id="2" creationId="{FE289301-D064-8F42-68E2-B84592FC5C44}"/>
          </ac:spMkLst>
        </pc:spChg>
        <pc:spChg chg="mod">
          <ac:chgData name="Rajesh Kumar Pal" userId="1372ed16-b24c-4adb-a0f6-add596850286" providerId="ADAL" clId="{1698F5DB-691E-4EE4-BD30-89FB80E07A9F}" dt="2026-03-16T12:19:58.333" v="325"/>
          <ac:spMkLst>
            <pc:docMk/>
            <pc:sldMk cId="214583351" sldId="266"/>
            <ac:spMk id="3" creationId="{475A0F76-06E9-6DA0-EEA3-3A6A46F0F8EC}"/>
          </ac:spMkLst>
        </pc:spChg>
        <pc:spChg chg="mod">
          <ac:chgData name="Rajesh Kumar Pal" userId="1372ed16-b24c-4adb-a0f6-add596850286" providerId="ADAL" clId="{1698F5DB-691E-4EE4-BD30-89FB80E07A9F}" dt="2026-03-16T11:07:48.638" v="246" actId="26606"/>
          <ac:spMkLst>
            <pc:docMk/>
            <pc:sldMk cId="214583351" sldId="266"/>
            <ac:spMk id="4" creationId="{3E816E96-20C2-7418-60F4-0D68718A557C}"/>
          </ac:spMkLst>
        </pc:spChg>
        <pc:spChg chg="mod">
          <ac:chgData name="Rajesh Kumar Pal" userId="1372ed16-b24c-4adb-a0f6-add596850286" providerId="ADAL" clId="{1698F5DB-691E-4EE4-BD30-89FB80E07A9F}" dt="2026-03-16T11:07:48.638" v="246" actId="26606"/>
          <ac:spMkLst>
            <pc:docMk/>
            <pc:sldMk cId="214583351" sldId="266"/>
            <ac:spMk id="5" creationId="{752F847F-DFCA-1B61-2F13-59887BCAC44D}"/>
          </ac:spMkLst>
        </pc:spChg>
        <pc:graphicFrameChg chg="add mod modGraphic">
          <ac:chgData name="Rajesh Kumar Pal" userId="1372ed16-b24c-4adb-a0f6-add596850286" providerId="ADAL" clId="{1698F5DB-691E-4EE4-BD30-89FB80E07A9F}" dt="2026-03-16T12:19:58.333" v="325"/>
          <ac:graphicFrameMkLst>
            <pc:docMk/>
            <pc:sldMk cId="214583351" sldId="266"/>
            <ac:graphicFrameMk id="6" creationId="{18E41A35-7465-BC1A-F4AB-8C964F986486}"/>
          </ac:graphicFrameMkLst>
        </pc:graphicFrameChg>
      </pc:sldChg>
      <pc:sldChg chg="addSp delSp modSp add mod modClrScheme chgLayout">
        <pc:chgData name="Rajesh Kumar Pal" userId="1372ed16-b24c-4adb-a0f6-add596850286" providerId="ADAL" clId="{1698F5DB-691E-4EE4-BD30-89FB80E07A9F}" dt="2026-03-16T12:19:58.333" v="325"/>
        <pc:sldMkLst>
          <pc:docMk/>
          <pc:sldMk cId="2416840012" sldId="267"/>
        </pc:sldMkLst>
        <pc:spChg chg="mod">
          <ac:chgData name="Rajesh Kumar Pal" userId="1372ed16-b24c-4adb-a0f6-add596850286" providerId="ADAL" clId="{1698F5DB-691E-4EE4-BD30-89FB80E07A9F}" dt="2026-03-16T11:08:15.795" v="247" actId="26606"/>
          <ac:spMkLst>
            <pc:docMk/>
            <pc:sldMk cId="2416840012" sldId="267"/>
            <ac:spMk id="2" creationId="{67846D94-E99B-E79F-8211-DD1BC908BEBE}"/>
          </ac:spMkLst>
        </pc:spChg>
        <pc:spChg chg="del mod">
          <ac:chgData name="Rajesh Kumar Pal" userId="1372ed16-b24c-4adb-a0f6-add596850286" providerId="ADAL" clId="{1698F5DB-691E-4EE4-BD30-89FB80E07A9F}" dt="2026-03-16T11:08:15.795" v="247" actId="26606"/>
          <ac:spMkLst>
            <pc:docMk/>
            <pc:sldMk cId="2416840012" sldId="267"/>
            <ac:spMk id="3" creationId="{73556DC0-083B-B4D8-E9BA-FCBE699E07ED}"/>
          </ac:spMkLst>
        </pc:spChg>
        <pc:spChg chg="mod">
          <ac:chgData name="Rajesh Kumar Pal" userId="1372ed16-b24c-4adb-a0f6-add596850286" providerId="ADAL" clId="{1698F5DB-691E-4EE4-BD30-89FB80E07A9F}" dt="2026-03-16T11:08:15.795" v="247" actId="26606"/>
          <ac:spMkLst>
            <pc:docMk/>
            <pc:sldMk cId="2416840012" sldId="267"/>
            <ac:spMk id="4" creationId="{F001A0A7-FC3B-F850-D0B7-2E14C3D2AD88}"/>
          </ac:spMkLst>
        </pc:spChg>
        <pc:spChg chg="mod">
          <ac:chgData name="Rajesh Kumar Pal" userId="1372ed16-b24c-4adb-a0f6-add596850286" providerId="ADAL" clId="{1698F5DB-691E-4EE4-BD30-89FB80E07A9F}" dt="2026-03-16T11:08:15.795" v="247" actId="26606"/>
          <ac:spMkLst>
            <pc:docMk/>
            <pc:sldMk cId="2416840012" sldId="267"/>
            <ac:spMk id="5" creationId="{F9B098E0-C331-CC10-5FA9-6D42CA3259BD}"/>
          </ac:spMkLst>
        </pc:spChg>
        <pc:spChg chg="add mod">
          <ac:chgData name="Rajesh Kumar Pal" userId="1372ed16-b24c-4adb-a0f6-add596850286" providerId="ADAL" clId="{1698F5DB-691E-4EE4-BD30-89FB80E07A9F}" dt="2026-03-16T11:08:15.795" v="247" actId="26606"/>
          <ac:spMkLst>
            <pc:docMk/>
            <pc:sldMk cId="2416840012" sldId="267"/>
            <ac:spMk id="11" creationId="{F6D389F6-8872-A2C8-3B12-1B46D288C8AB}"/>
          </ac:spMkLst>
        </pc:spChg>
        <pc:graphicFrameChg chg="add mod">
          <ac:chgData name="Rajesh Kumar Pal" userId="1372ed16-b24c-4adb-a0f6-add596850286" providerId="ADAL" clId="{1698F5DB-691E-4EE4-BD30-89FB80E07A9F}" dt="2026-03-16T12:19:58.333" v="325"/>
          <ac:graphicFrameMkLst>
            <pc:docMk/>
            <pc:sldMk cId="2416840012" sldId="267"/>
            <ac:graphicFrameMk id="7" creationId="{CCC61C0B-B39E-2DDD-CE30-521B57744304}"/>
          </ac:graphicFrameMkLst>
        </pc:graphicFrameChg>
      </pc:sldChg>
      <pc:sldChg chg="modSp new mod">
        <pc:chgData name="Rajesh Kumar Pal" userId="1372ed16-b24c-4adb-a0f6-add596850286" providerId="ADAL" clId="{1698F5DB-691E-4EE4-BD30-89FB80E07A9F}" dt="2026-03-16T11:12:09.929" v="299" actId="113"/>
        <pc:sldMkLst>
          <pc:docMk/>
          <pc:sldMk cId="467394016" sldId="268"/>
        </pc:sldMkLst>
        <pc:spChg chg="mod">
          <ac:chgData name="Rajesh Kumar Pal" userId="1372ed16-b24c-4adb-a0f6-add596850286" providerId="ADAL" clId="{1698F5DB-691E-4EE4-BD30-89FB80E07A9F}" dt="2026-03-16T11:10:51.904" v="261"/>
          <ac:spMkLst>
            <pc:docMk/>
            <pc:sldMk cId="467394016" sldId="268"/>
            <ac:spMk id="2" creationId="{26386579-F5A4-4872-BE27-1B4C53D2A0B3}"/>
          </ac:spMkLst>
        </pc:spChg>
        <pc:spChg chg="mod">
          <ac:chgData name="Rajesh Kumar Pal" userId="1372ed16-b24c-4adb-a0f6-add596850286" providerId="ADAL" clId="{1698F5DB-691E-4EE4-BD30-89FB80E07A9F}" dt="2026-03-16T11:12:09.929" v="299" actId="113"/>
          <ac:spMkLst>
            <pc:docMk/>
            <pc:sldMk cId="467394016" sldId="268"/>
            <ac:spMk id="3" creationId="{A9CE5E1B-9BC8-5D96-B0B9-0D84205D2949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A19D71-5A9D-47E0-9515-9BA34D5BFAB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20AD3D3-A036-4151-8AFF-94DEB53E33A2}">
      <dgm:prSet/>
      <dgm:spPr/>
      <dgm:t>
        <a:bodyPr/>
        <a:lstStyle/>
        <a:p>
          <a:r>
            <a:rPr lang="en-IN"/>
            <a:t>Incoming Request        </a:t>
          </a:r>
          <a:endParaRPr lang="en-US"/>
        </a:p>
      </dgm:t>
    </dgm:pt>
    <dgm:pt modelId="{A3303A06-C0ED-4E1D-B498-3CE63E1D0F52}" type="parTrans" cxnId="{B3BCC5EF-B6D7-49B1-86EF-2C5E4CB37598}">
      <dgm:prSet/>
      <dgm:spPr/>
      <dgm:t>
        <a:bodyPr/>
        <a:lstStyle/>
        <a:p>
          <a:endParaRPr lang="en-US"/>
        </a:p>
      </dgm:t>
    </dgm:pt>
    <dgm:pt modelId="{D13C0C4E-5F48-4729-84F3-8A11A4CC8F77}" type="sibTrans" cxnId="{B3BCC5EF-B6D7-49B1-86EF-2C5E4CB37598}">
      <dgm:prSet/>
      <dgm:spPr/>
      <dgm:t>
        <a:bodyPr/>
        <a:lstStyle/>
        <a:p>
          <a:endParaRPr lang="en-US"/>
        </a:p>
      </dgm:t>
    </dgm:pt>
    <dgm:pt modelId="{294D4505-DA4E-40BD-95AB-A697BA2988C4}">
      <dgm:prSet/>
      <dgm:spPr/>
      <dgm:t>
        <a:bodyPr/>
        <a:lstStyle/>
        <a:p>
          <a:r>
            <a:rPr lang="en-IN"/>
            <a:t>Tenant Middleware        </a:t>
          </a:r>
          <a:endParaRPr lang="en-US"/>
        </a:p>
      </dgm:t>
    </dgm:pt>
    <dgm:pt modelId="{A100CE67-D62E-4C02-9723-F1A067E05D33}" type="parTrans" cxnId="{1A134955-CD94-463A-9879-591E202C5404}">
      <dgm:prSet/>
      <dgm:spPr/>
      <dgm:t>
        <a:bodyPr/>
        <a:lstStyle/>
        <a:p>
          <a:endParaRPr lang="en-US"/>
        </a:p>
      </dgm:t>
    </dgm:pt>
    <dgm:pt modelId="{573A2DD3-0372-48EA-B78E-2ABD92ACD7CB}" type="sibTrans" cxnId="{1A134955-CD94-463A-9879-591E202C5404}">
      <dgm:prSet/>
      <dgm:spPr/>
      <dgm:t>
        <a:bodyPr/>
        <a:lstStyle/>
        <a:p>
          <a:endParaRPr lang="en-US"/>
        </a:p>
      </dgm:t>
    </dgm:pt>
    <dgm:pt modelId="{53506E9B-B66A-4880-927E-CE9C0EAFD0B7}">
      <dgm:prSet/>
      <dgm:spPr/>
      <dgm:t>
        <a:bodyPr/>
        <a:lstStyle/>
        <a:p>
          <a:r>
            <a:rPr lang="en-IN" dirty="0"/>
            <a:t>Tenant Identification        </a:t>
          </a:r>
          <a:endParaRPr lang="en-US" dirty="0"/>
        </a:p>
      </dgm:t>
    </dgm:pt>
    <dgm:pt modelId="{0D00EC63-F88A-416A-9BA1-A86C072CEB88}" type="parTrans" cxnId="{136018F9-42FB-4CC8-BFDC-7828783C51C5}">
      <dgm:prSet/>
      <dgm:spPr/>
      <dgm:t>
        <a:bodyPr/>
        <a:lstStyle/>
        <a:p>
          <a:endParaRPr lang="en-US"/>
        </a:p>
      </dgm:t>
    </dgm:pt>
    <dgm:pt modelId="{E71321D0-74A5-489D-9A29-51B4CE74BDDB}" type="sibTrans" cxnId="{136018F9-42FB-4CC8-BFDC-7828783C51C5}">
      <dgm:prSet/>
      <dgm:spPr/>
      <dgm:t>
        <a:bodyPr/>
        <a:lstStyle/>
        <a:p>
          <a:endParaRPr lang="en-US"/>
        </a:p>
      </dgm:t>
    </dgm:pt>
    <dgm:pt modelId="{92E690F3-D057-4AE3-9CD4-6EF60B2AFC8B}">
      <dgm:prSet/>
      <dgm:spPr/>
      <dgm:t>
        <a:bodyPr/>
        <a:lstStyle/>
        <a:p>
          <a:r>
            <a:rPr lang="en-IN" dirty="0"/>
            <a:t>Store </a:t>
          </a:r>
          <a:r>
            <a:rPr lang="en-IN" dirty="0" err="1"/>
            <a:t>TenantId</a:t>
          </a:r>
          <a:r>
            <a:rPr lang="en-IN" dirty="0"/>
            <a:t> in Request Context</a:t>
          </a:r>
          <a:endParaRPr lang="en-US" dirty="0"/>
        </a:p>
      </dgm:t>
    </dgm:pt>
    <dgm:pt modelId="{7F5F749D-AE52-49BA-A01C-75CE6F380A0F}" type="parTrans" cxnId="{8059CDEF-8279-47FC-924F-090140F99E8C}">
      <dgm:prSet/>
      <dgm:spPr/>
      <dgm:t>
        <a:bodyPr/>
        <a:lstStyle/>
        <a:p>
          <a:endParaRPr lang="en-US"/>
        </a:p>
      </dgm:t>
    </dgm:pt>
    <dgm:pt modelId="{E36CD4CC-A34B-4467-9B87-E9CABDEC585A}" type="sibTrans" cxnId="{8059CDEF-8279-47FC-924F-090140F99E8C}">
      <dgm:prSet/>
      <dgm:spPr/>
      <dgm:t>
        <a:bodyPr/>
        <a:lstStyle/>
        <a:p>
          <a:endParaRPr lang="en-US"/>
        </a:p>
      </dgm:t>
    </dgm:pt>
    <dgm:pt modelId="{E3D3647B-B520-4149-83B9-33B5BD499641}" type="pres">
      <dgm:prSet presAssocID="{E4A19D71-5A9D-47E0-9515-9BA34D5BFAB5}" presName="linear" presStyleCnt="0">
        <dgm:presLayoutVars>
          <dgm:animLvl val="lvl"/>
          <dgm:resizeHandles val="exact"/>
        </dgm:presLayoutVars>
      </dgm:prSet>
      <dgm:spPr/>
    </dgm:pt>
    <dgm:pt modelId="{CEC21CAE-89BD-472F-BCAC-9EC5D264BBF2}" type="pres">
      <dgm:prSet presAssocID="{320AD3D3-A036-4151-8AFF-94DEB53E33A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24D45C3-62E6-42CA-8AA7-4755E3C9C172}" type="pres">
      <dgm:prSet presAssocID="{D13C0C4E-5F48-4729-84F3-8A11A4CC8F77}" presName="spacer" presStyleCnt="0"/>
      <dgm:spPr/>
    </dgm:pt>
    <dgm:pt modelId="{4B801F70-B017-4F6D-89A5-992271C0D1A4}" type="pres">
      <dgm:prSet presAssocID="{294D4505-DA4E-40BD-95AB-A697BA2988C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1533A3C-50C4-469A-8A26-B5C2B4BEBC7C}" type="pres">
      <dgm:prSet presAssocID="{573A2DD3-0372-48EA-B78E-2ABD92ACD7CB}" presName="spacer" presStyleCnt="0"/>
      <dgm:spPr/>
    </dgm:pt>
    <dgm:pt modelId="{4CBD6CEF-5617-4418-A997-0F75F712CAA4}" type="pres">
      <dgm:prSet presAssocID="{53506E9B-B66A-4880-927E-CE9C0EAFD0B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507CD1B-7DED-4F7E-9418-347AD08A4B56}" type="pres">
      <dgm:prSet presAssocID="{E71321D0-74A5-489D-9A29-51B4CE74BDDB}" presName="spacer" presStyleCnt="0"/>
      <dgm:spPr/>
    </dgm:pt>
    <dgm:pt modelId="{B806B118-EF3C-46E3-8A9A-27452F22A95A}" type="pres">
      <dgm:prSet presAssocID="{92E690F3-D057-4AE3-9CD4-6EF60B2AFC8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E788532-2EAA-46AA-8067-75B3197EEA1E}" type="presOf" srcId="{92E690F3-D057-4AE3-9CD4-6EF60B2AFC8B}" destId="{B806B118-EF3C-46E3-8A9A-27452F22A95A}" srcOrd="0" destOrd="0" presId="urn:microsoft.com/office/officeart/2005/8/layout/vList2"/>
    <dgm:cxn modelId="{1A134955-CD94-463A-9879-591E202C5404}" srcId="{E4A19D71-5A9D-47E0-9515-9BA34D5BFAB5}" destId="{294D4505-DA4E-40BD-95AB-A697BA2988C4}" srcOrd="1" destOrd="0" parTransId="{A100CE67-D62E-4C02-9723-F1A067E05D33}" sibTransId="{573A2DD3-0372-48EA-B78E-2ABD92ACD7CB}"/>
    <dgm:cxn modelId="{C069DCA6-8F0A-4599-B0A6-4FC350E697DE}" type="presOf" srcId="{294D4505-DA4E-40BD-95AB-A697BA2988C4}" destId="{4B801F70-B017-4F6D-89A5-992271C0D1A4}" srcOrd="0" destOrd="0" presId="urn:microsoft.com/office/officeart/2005/8/layout/vList2"/>
    <dgm:cxn modelId="{30D5A8E0-8AF9-4AEB-BE8E-2A60AE3EFDB6}" type="presOf" srcId="{320AD3D3-A036-4151-8AFF-94DEB53E33A2}" destId="{CEC21CAE-89BD-472F-BCAC-9EC5D264BBF2}" srcOrd="0" destOrd="0" presId="urn:microsoft.com/office/officeart/2005/8/layout/vList2"/>
    <dgm:cxn modelId="{1D571CE4-320F-45FB-A54C-6C474C091C77}" type="presOf" srcId="{E4A19D71-5A9D-47E0-9515-9BA34D5BFAB5}" destId="{E3D3647B-B520-4149-83B9-33B5BD499641}" srcOrd="0" destOrd="0" presId="urn:microsoft.com/office/officeart/2005/8/layout/vList2"/>
    <dgm:cxn modelId="{B3BCC5EF-B6D7-49B1-86EF-2C5E4CB37598}" srcId="{E4A19D71-5A9D-47E0-9515-9BA34D5BFAB5}" destId="{320AD3D3-A036-4151-8AFF-94DEB53E33A2}" srcOrd="0" destOrd="0" parTransId="{A3303A06-C0ED-4E1D-B498-3CE63E1D0F52}" sibTransId="{D13C0C4E-5F48-4729-84F3-8A11A4CC8F77}"/>
    <dgm:cxn modelId="{8059CDEF-8279-47FC-924F-090140F99E8C}" srcId="{E4A19D71-5A9D-47E0-9515-9BA34D5BFAB5}" destId="{92E690F3-D057-4AE3-9CD4-6EF60B2AFC8B}" srcOrd="3" destOrd="0" parTransId="{7F5F749D-AE52-49BA-A01C-75CE6F380A0F}" sibTransId="{E36CD4CC-A34B-4467-9B87-E9CABDEC585A}"/>
    <dgm:cxn modelId="{136018F9-42FB-4CC8-BFDC-7828783C51C5}" srcId="{E4A19D71-5A9D-47E0-9515-9BA34D5BFAB5}" destId="{53506E9B-B66A-4880-927E-CE9C0EAFD0B7}" srcOrd="2" destOrd="0" parTransId="{0D00EC63-F88A-416A-9BA1-A86C072CEB88}" sibTransId="{E71321D0-74A5-489D-9A29-51B4CE74BDDB}"/>
    <dgm:cxn modelId="{71CF10FD-D7B3-4850-A61E-B2CDA4620420}" type="presOf" srcId="{53506E9B-B66A-4880-927E-CE9C0EAFD0B7}" destId="{4CBD6CEF-5617-4418-A997-0F75F712CAA4}" srcOrd="0" destOrd="0" presId="urn:microsoft.com/office/officeart/2005/8/layout/vList2"/>
    <dgm:cxn modelId="{FF8647C8-74A9-487C-8780-559AC21A79F0}" type="presParOf" srcId="{E3D3647B-B520-4149-83B9-33B5BD499641}" destId="{CEC21CAE-89BD-472F-BCAC-9EC5D264BBF2}" srcOrd="0" destOrd="0" presId="urn:microsoft.com/office/officeart/2005/8/layout/vList2"/>
    <dgm:cxn modelId="{173684E3-01DD-4D6E-BA39-167EA519BE78}" type="presParOf" srcId="{E3D3647B-B520-4149-83B9-33B5BD499641}" destId="{224D45C3-62E6-42CA-8AA7-4755E3C9C172}" srcOrd="1" destOrd="0" presId="urn:microsoft.com/office/officeart/2005/8/layout/vList2"/>
    <dgm:cxn modelId="{7430E4BC-6988-4477-965B-D4F5FED3298A}" type="presParOf" srcId="{E3D3647B-B520-4149-83B9-33B5BD499641}" destId="{4B801F70-B017-4F6D-89A5-992271C0D1A4}" srcOrd="2" destOrd="0" presId="urn:microsoft.com/office/officeart/2005/8/layout/vList2"/>
    <dgm:cxn modelId="{B2E42F47-7398-4FEE-BEC4-EE7912650FAB}" type="presParOf" srcId="{E3D3647B-B520-4149-83B9-33B5BD499641}" destId="{11533A3C-50C4-469A-8A26-B5C2B4BEBC7C}" srcOrd="3" destOrd="0" presId="urn:microsoft.com/office/officeart/2005/8/layout/vList2"/>
    <dgm:cxn modelId="{8159248D-2EE4-43B0-B30F-CCC855C792A2}" type="presParOf" srcId="{E3D3647B-B520-4149-83B9-33B5BD499641}" destId="{4CBD6CEF-5617-4418-A997-0F75F712CAA4}" srcOrd="4" destOrd="0" presId="urn:microsoft.com/office/officeart/2005/8/layout/vList2"/>
    <dgm:cxn modelId="{DCEA5B4F-B09A-4F47-9719-9E0F66824AA8}" type="presParOf" srcId="{E3D3647B-B520-4149-83B9-33B5BD499641}" destId="{5507CD1B-7DED-4F7E-9418-347AD08A4B56}" srcOrd="5" destOrd="0" presId="urn:microsoft.com/office/officeart/2005/8/layout/vList2"/>
    <dgm:cxn modelId="{E5821FF6-3F10-4256-A714-5F8C1A4E2648}" type="presParOf" srcId="{E3D3647B-B520-4149-83B9-33B5BD499641}" destId="{B806B118-EF3C-46E3-8A9A-27452F22A95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C21CAE-89BD-472F-BCAC-9EC5D264BBF2}">
      <dsp:nvSpPr>
        <dsp:cNvPr id="0" name=""/>
        <dsp:cNvSpPr/>
      </dsp:nvSpPr>
      <dsp:spPr>
        <a:xfrm>
          <a:off x="0" y="711242"/>
          <a:ext cx="6172199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kern="1200"/>
            <a:t>Incoming Request        </a:t>
          </a:r>
          <a:endParaRPr lang="en-US" sz="3300" kern="1200"/>
        </a:p>
      </dsp:txBody>
      <dsp:txXfrm>
        <a:off x="38638" y="749880"/>
        <a:ext cx="6094923" cy="714229"/>
      </dsp:txXfrm>
    </dsp:sp>
    <dsp:sp modelId="{4B801F70-B017-4F6D-89A5-992271C0D1A4}">
      <dsp:nvSpPr>
        <dsp:cNvPr id="0" name=""/>
        <dsp:cNvSpPr/>
      </dsp:nvSpPr>
      <dsp:spPr>
        <a:xfrm>
          <a:off x="0" y="1597787"/>
          <a:ext cx="6172199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kern="1200"/>
            <a:t>Tenant Middleware        </a:t>
          </a:r>
          <a:endParaRPr lang="en-US" sz="3300" kern="1200"/>
        </a:p>
      </dsp:txBody>
      <dsp:txXfrm>
        <a:off x="38638" y="1636425"/>
        <a:ext cx="6094923" cy="714229"/>
      </dsp:txXfrm>
    </dsp:sp>
    <dsp:sp modelId="{4CBD6CEF-5617-4418-A997-0F75F712CAA4}">
      <dsp:nvSpPr>
        <dsp:cNvPr id="0" name=""/>
        <dsp:cNvSpPr/>
      </dsp:nvSpPr>
      <dsp:spPr>
        <a:xfrm>
          <a:off x="0" y="2484332"/>
          <a:ext cx="6172199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kern="1200" dirty="0"/>
            <a:t>Tenant Identification        </a:t>
          </a:r>
          <a:endParaRPr lang="en-US" sz="3300" kern="1200" dirty="0"/>
        </a:p>
      </dsp:txBody>
      <dsp:txXfrm>
        <a:off x="38638" y="2522970"/>
        <a:ext cx="6094923" cy="714229"/>
      </dsp:txXfrm>
    </dsp:sp>
    <dsp:sp modelId="{B806B118-EF3C-46E3-8A9A-27452F22A95A}">
      <dsp:nvSpPr>
        <dsp:cNvPr id="0" name=""/>
        <dsp:cNvSpPr/>
      </dsp:nvSpPr>
      <dsp:spPr>
        <a:xfrm>
          <a:off x="0" y="3370877"/>
          <a:ext cx="6172199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kern="1200" dirty="0"/>
            <a:t>Store </a:t>
          </a:r>
          <a:r>
            <a:rPr lang="en-IN" sz="3300" kern="1200" dirty="0" err="1"/>
            <a:t>TenantId</a:t>
          </a:r>
          <a:r>
            <a:rPr lang="en-IN" sz="3300" kern="1200" dirty="0"/>
            <a:t> in Request Context</a:t>
          </a:r>
          <a:endParaRPr lang="en-US" sz="3300" kern="1200" dirty="0"/>
        </a:p>
      </dsp:txBody>
      <dsp:txXfrm>
        <a:off x="38638" y="3409515"/>
        <a:ext cx="6094923" cy="7142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3F8F45-7CF2-482D-8C33-416581E30A44}" type="datetimeFigureOut">
              <a:rPr lang="en-IN" smtClean="0"/>
              <a:t>3-16-2026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B76C3-694F-47CF-BD1E-AF9852220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912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D64EE5D-5681-F736-89B0-0E8AECC991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F129B-CB32-31DD-34D6-9EF974592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44409"/>
            <a:ext cx="9144000" cy="1178169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rgbClr val="1D4384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41F0A-0092-8E5B-3262-E41C15B355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14654"/>
            <a:ext cx="9144000" cy="110184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pic>
        <p:nvPicPr>
          <p:cNvPr id="6" name="Picture 5" descr="A blue and white logo&#10;&#10;Description automatically generated">
            <a:extLst>
              <a:ext uri="{FF2B5EF4-FFF2-40B4-BE49-F238E27FC236}">
                <a16:creationId xmlns:a16="http://schemas.microsoft.com/office/drawing/2014/main" id="{55C7B427-F5D7-95A6-47FF-46EBCFF14D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355" y="1547813"/>
            <a:ext cx="5613290" cy="123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794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E69E8-660B-676D-7CE6-7D4F2AF40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7BF6D-68A4-FABA-5298-7B1603EDA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3F32E-C7BC-1DCF-008B-F05DCC048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0BEEB-3CE4-0F9A-AB3E-926403009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3DEBB-92FB-4331-8C19-9E7F7290E98A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429F67-251E-29BD-F7A2-C7DF3F5BDB0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019682"/>
            <a:ext cx="1051559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711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87F1EA2-6694-462C-5F20-8FBB27F4CC5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3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CC050A-9777-9BC5-5276-765905DB0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61FF3-C75B-2586-BF2C-20BD1DDB4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AD7A2-62EC-97B7-19C8-6053ED6EB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7AA96-A918-DCFA-17DC-FF7B821DA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3DEBB-92FB-4331-8C19-9E7F7290E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554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87F1EA2-6694-462C-5F20-8FBB27F4CC5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3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CC050A-9777-9BC5-5276-765905DB0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1373"/>
            <a:ext cx="10515600" cy="1655254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370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93C78-C16B-9EC0-3690-475C8D90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7F96E-F9F2-A0B5-1DF3-0BBE10721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79576"/>
            <a:ext cx="5181600" cy="49973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BD9CC2-7350-8E76-4340-D54523730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79576"/>
            <a:ext cx="5181600" cy="49973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C5DAD-D2E2-DF11-FF28-E16806247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759F4-23F3-E3A8-DBB8-598D86FB2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3DEBB-92FB-4331-8C19-9E7F7290E98A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D2CF738-B15B-94BB-1DAB-53F44689E853}"/>
              </a:ext>
            </a:extLst>
          </p:cNvPr>
          <p:cNvCxnSpPr>
            <a:cxnSpLocks/>
          </p:cNvCxnSpPr>
          <p:nvPr userDrawn="1"/>
        </p:nvCxnSpPr>
        <p:spPr>
          <a:xfrm>
            <a:off x="838200" y="1019682"/>
            <a:ext cx="1051559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663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50FA3-23B1-86A3-4ED7-B0B9EFAB3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E9E44-394B-23AB-D223-84E495FEB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19C691-2CEF-9F48-1CEF-A6899F177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508401-76F0-8827-6B18-08A7827C97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62EF6-F466-BAA0-42B9-A6765D2EF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487DE1-7313-FBD8-3EED-145D92E9D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C30ED0-487F-FA73-11AA-CD4F11AA8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3DEBB-92FB-4331-8C19-9E7F7290E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641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6C2BE-34ED-FD6B-093F-52B39AABE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240B7B-B73A-11A1-3EEC-674A648E2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25F9E-AF2A-C077-0BE8-21170F01F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3DEBB-92FB-4331-8C19-9E7F7290E98A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75729E9-F5F3-DF0B-1D23-A803DF2CF773}"/>
              </a:ext>
            </a:extLst>
          </p:cNvPr>
          <p:cNvCxnSpPr>
            <a:cxnSpLocks/>
          </p:cNvCxnSpPr>
          <p:nvPr userDrawn="1"/>
        </p:nvCxnSpPr>
        <p:spPr>
          <a:xfrm>
            <a:off x="838200" y="1019682"/>
            <a:ext cx="1051559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021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0F87A7-E085-099B-A68B-742E66665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5501D-C1F5-7538-1DB1-101B012CF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3DEBB-92FB-4331-8C19-9E7F7290E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3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F25EA-13C9-3C5F-3B2F-3DE576393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B3B23-1154-35E2-7189-B2E54FBA5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02797A-9411-3A61-1EE7-28D6465C8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D4511-61A5-D833-1018-00CF11ACC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B7261-7C92-6AF6-220A-AB7E8C733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3DEBB-92FB-4331-8C19-9E7F7290E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126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AAA91-157C-AE12-7B77-2C4911AC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FCBD00-C6C9-FCF5-7095-792B7BA80A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9FB07-9C86-CF38-DFA2-4B1B3AF90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3F03A-B5BB-AB28-04D7-605F522B6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DD767-4199-DDCB-F82B-C25F876D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3DEBB-92FB-4331-8C19-9E7F7290E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813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2DAA4-3910-7D2C-570E-65CBE5F84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5B0E8-7BA2-9032-2B79-D792A7C55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C44F2-8FD8-6098-819B-3532E1BF9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5160E-8526-991A-2B83-22493585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3DEBB-92FB-4331-8C19-9E7F7290E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210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610831-9894-5D07-008E-D74D6D376E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674F3-82E4-CD74-FF41-27D9FEB04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50BFB-DE66-67E4-7221-986049789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7601F-1B57-0257-AF9F-1F783FD3B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3DEBB-92FB-4331-8C19-9E7F7290E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979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1796D3D-06A2-B929-927B-AC7DB6B128E5}"/>
              </a:ext>
            </a:extLst>
          </p:cNvPr>
          <p:cNvSpPr/>
          <p:nvPr userDrawn="1"/>
        </p:nvSpPr>
        <p:spPr>
          <a:xfrm>
            <a:off x="0" y="6285390"/>
            <a:ext cx="12191996" cy="572610"/>
          </a:xfrm>
          <a:prstGeom prst="rect">
            <a:avLst/>
          </a:prstGeom>
          <a:solidFill>
            <a:srgbClr val="1E43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B8AD15-25E1-44CE-EB8E-0455631D7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44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5CCE3-CF11-A571-DB3F-ECF85B3EE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69378"/>
            <a:ext cx="10515600" cy="5007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2642E-92EB-EE1F-6D99-EB035BA576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96840" y="6356350"/>
            <a:ext cx="54406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IN"/>
              <a:t>Confidential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B8BF5-0353-7B03-3306-561A912C1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3" y="6356350"/>
            <a:ext cx="4571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A73DEBB-92FB-4331-8C19-9E7F7290E98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CC49A17-C7A7-150C-394C-7D01430B9573}"/>
              </a:ext>
            </a:extLst>
          </p:cNvPr>
          <p:cNvCxnSpPr/>
          <p:nvPr userDrawn="1"/>
        </p:nvCxnSpPr>
        <p:spPr>
          <a:xfrm>
            <a:off x="10767060" y="6356350"/>
            <a:ext cx="0" cy="365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760B804-8AD2-255F-2FB9-8B39705A2D9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368147"/>
            <a:ext cx="1812682" cy="39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285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63476-F8F4-DDBC-9B39-564A8432D6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14159"/>
            <a:ext cx="9144000" cy="785617"/>
          </a:xfrm>
        </p:spPr>
        <p:txBody>
          <a:bodyPr>
            <a:normAutofit/>
          </a:bodyPr>
          <a:lstStyle/>
          <a:p>
            <a:r>
              <a:rPr lang="en-US" dirty="0"/>
              <a:t>ERP Modular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A64AE6-7F1E-DF72-AB35-19F5DF5D4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12986"/>
            <a:ext cx="9144000" cy="544813"/>
          </a:xfrm>
        </p:spPr>
        <p:txBody>
          <a:bodyPr/>
          <a:lstStyle/>
          <a:p>
            <a:r>
              <a:rPr lang="en-US" dirty="0"/>
              <a:t>Discussion Summary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7830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3741-2BEE-3992-D13F-835CEF4BB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Technology Stack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1B9106-127A-6D8D-422C-6F090F97B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12CA6F-1A1B-FB2B-BB1C-35D7309E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3DEBB-92FB-4331-8C19-9E7F7290E98A}" type="slidenum">
              <a:rPr lang="en-IN" smtClean="0"/>
              <a:t>2</a:t>
            </a:fld>
            <a:endParaRPr lang="en-IN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0A6FA5A-6D13-D58C-41FB-63A9C8E62F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84971"/>
            <a:ext cx="6736781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.NET 9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Visual Studio 2022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SQL Server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Entity Framework - Database First and Code first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 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Modular Plug-and-Play ERP (SaaS Ready)</a:t>
            </a:r>
          </a:p>
        </p:txBody>
      </p:sp>
    </p:spTree>
    <p:extLst>
      <p:ext uri="{BB962C8B-B14F-4D97-AF65-F5344CB8AC3E}">
        <p14:creationId xmlns:p14="http://schemas.microsoft.com/office/powerpoint/2010/main" val="1662101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1BB9EA-5CCE-3598-E85B-1D1A5B726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ERP Modular Architecture Design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E6DC71-7599-B310-DEED-F90F2E6D7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Use </a:t>
            </a:r>
            <a:r>
              <a:rPr lang="en-IN" b="1" dirty="0"/>
              <a:t>Modular Monolith Architecture</a:t>
            </a:r>
            <a:r>
              <a:rPr lang="en-IN" dirty="0"/>
              <a:t>. </a:t>
            </a:r>
            <a:br>
              <a:rPr lang="en-IN" dirty="0"/>
            </a:br>
            <a:r>
              <a:rPr lang="en-IN" dirty="0"/>
              <a:t>(</a:t>
            </a:r>
            <a:r>
              <a:rPr lang="en-US" dirty="0"/>
              <a:t>A modular monolith is </a:t>
            </a:r>
            <a:r>
              <a:rPr lang="en-US" i="1" dirty="0"/>
              <a:t>an architectural pattern that structures the application into independent modules</a:t>
            </a:r>
            <a:r>
              <a:rPr lang="en-US" dirty="0"/>
              <a:t> or components with well-defined boundaries.</a:t>
            </a:r>
            <a:r>
              <a:rPr lang="en-IN" dirty="0"/>
              <a:t>)</a:t>
            </a:r>
            <a:br>
              <a:rPr lang="en-IN" dirty="0"/>
            </a:br>
            <a:endParaRPr lang="en-IN" dirty="0"/>
          </a:p>
          <a:p>
            <a:r>
              <a:rPr lang="en-US" dirty="0"/>
              <a:t>Design a </a:t>
            </a:r>
            <a:r>
              <a:rPr lang="en-US" b="1" dirty="0"/>
              <a:t>Modular ERP Platform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Multiple business modules exist</a:t>
            </a:r>
          </a:p>
          <a:p>
            <a:pPr lvl="1"/>
            <a:r>
              <a:rPr lang="en-US" dirty="0"/>
              <a:t>Tenants subscribe only to required modules</a:t>
            </a:r>
          </a:p>
          <a:p>
            <a:pPr lvl="1"/>
            <a:r>
              <a:rPr lang="en-US" dirty="0"/>
              <a:t>Modules work independently but can share data</a:t>
            </a:r>
          </a:p>
          <a:p>
            <a:pPr lvl="1"/>
            <a:r>
              <a:rPr lang="en-US" dirty="0"/>
              <a:t>System supports </a:t>
            </a:r>
            <a:r>
              <a:rPr lang="en-US" b="1" dirty="0"/>
              <a:t>multi-tenant SaaS architecture</a:t>
            </a:r>
            <a:endParaRPr lang="en-US" dirty="0"/>
          </a:p>
          <a:p>
            <a:endParaRPr lang="en-IN" dirty="0"/>
          </a:p>
          <a:p>
            <a:r>
              <a:rPr lang="en-US" dirty="0"/>
              <a:t>Benefits:</a:t>
            </a:r>
          </a:p>
          <a:p>
            <a:pPr lvl="1"/>
            <a:r>
              <a:rPr lang="en-US" dirty="0"/>
              <a:t>Plug-and-play modules</a:t>
            </a:r>
          </a:p>
          <a:p>
            <a:pPr lvl="1"/>
            <a:r>
              <a:rPr lang="en-US" dirty="0"/>
              <a:t>Independent development</a:t>
            </a:r>
          </a:p>
          <a:p>
            <a:pPr lvl="1"/>
            <a:r>
              <a:rPr lang="en-US" dirty="0"/>
              <a:t>Easy future migration to microservices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DCE81-BC61-65A6-74DC-574FB5BCB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4A0CF-E0ED-27C5-4FD2-DBBDDDB9F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3DEBB-92FB-4331-8C19-9E7F7290E98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26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86579-F5A4-4872-BE27-1B4C53D2A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ERP Request Processing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E5E1B-9BC8-5D96-B0B9-0D84205D2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b="1" dirty="0"/>
              <a:t>User Request      </a:t>
            </a:r>
            <a:br>
              <a:rPr lang="en-IN" b="1" dirty="0"/>
            </a:br>
            <a:r>
              <a:rPr lang="en-IN" b="1" dirty="0"/>
              <a:t>Domain/Subdomain Detection      </a:t>
            </a:r>
            <a:br>
              <a:rPr lang="en-IN" b="1" dirty="0"/>
            </a:br>
            <a:r>
              <a:rPr lang="en-IN" b="1" dirty="0"/>
              <a:t>Tenant Identification      </a:t>
            </a:r>
            <a:br>
              <a:rPr lang="en-IN" b="1" dirty="0"/>
            </a:br>
            <a:r>
              <a:rPr lang="en-IN" b="1" dirty="0"/>
              <a:t>Authentication      </a:t>
            </a:r>
            <a:br>
              <a:rPr lang="en-IN" b="1" dirty="0"/>
            </a:br>
            <a:r>
              <a:rPr lang="en-IN" b="1" dirty="0"/>
              <a:t>Module Subscription Check      </a:t>
            </a:r>
            <a:br>
              <a:rPr lang="en-IN" b="1" dirty="0"/>
            </a:br>
            <a:r>
              <a:rPr lang="en-IN" b="1" dirty="0"/>
              <a:t>Controller      </a:t>
            </a:r>
            <a:br>
              <a:rPr lang="en-IN" b="1" dirty="0"/>
            </a:br>
            <a:r>
              <a:rPr lang="en-IN" b="1" dirty="0"/>
              <a:t>Service Layer      </a:t>
            </a:r>
            <a:br>
              <a:rPr lang="en-IN" b="1" dirty="0"/>
            </a:br>
            <a:r>
              <a:rPr lang="en-IN" b="1" dirty="0" err="1"/>
              <a:t>DbContext</a:t>
            </a:r>
            <a:r>
              <a:rPr lang="en-IN" b="1" dirty="0"/>
              <a:t>      </a:t>
            </a:r>
            <a:br>
              <a:rPr lang="en-IN" b="1" dirty="0"/>
            </a:br>
            <a:r>
              <a:rPr lang="en-IN" b="1" dirty="0"/>
              <a:t>SQL Server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004B62-8501-17E2-CA44-CA17FFAC6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7473-26A0-1D06-0EFB-13201ADC2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3DEBB-92FB-4331-8C19-9E7F7290E98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394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F8A82-8FE9-1351-E82C-D7C2579B5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as Projects or MVC Areas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A0B1C-7EC6-6BFF-FBC2-B5F0BCA9B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Separate projects  - </a:t>
            </a:r>
            <a:r>
              <a:rPr lang="en-US" dirty="0"/>
              <a:t>Reason:</a:t>
            </a:r>
            <a:br>
              <a:rPr lang="en-US" dirty="0"/>
            </a:br>
            <a:r>
              <a:rPr lang="en-US" dirty="0"/>
              <a:t>Areas are only for </a:t>
            </a:r>
            <a:r>
              <a:rPr lang="en-US" b="1" dirty="0"/>
              <a:t>UI grouping</a:t>
            </a:r>
            <a:r>
              <a:rPr lang="en-US" dirty="0"/>
              <a:t>, not </a:t>
            </a:r>
            <a:r>
              <a:rPr lang="en-US" b="1" dirty="0"/>
              <a:t>business modules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IN" dirty="0"/>
              <a:t>BrickworkERP.sln</a:t>
            </a:r>
          </a:p>
          <a:p>
            <a:r>
              <a:rPr lang="en-IN" dirty="0" err="1"/>
              <a:t>BrickworkERP.Host</a:t>
            </a:r>
            <a:endParaRPr lang="en-IN" dirty="0"/>
          </a:p>
          <a:p>
            <a:r>
              <a:rPr lang="en-IN" dirty="0" err="1"/>
              <a:t>BrickworkERP.Identity</a:t>
            </a:r>
            <a:endParaRPr lang="en-IN" dirty="0"/>
          </a:p>
          <a:p>
            <a:r>
              <a:rPr lang="en-IN" dirty="0" err="1"/>
              <a:t>BrickworkERP.BuildingBlocks</a:t>
            </a:r>
            <a:endParaRPr lang="en-IN" dirty="0"/>
          </a:p>
          <a:p>
            <a:r>
              <a:rPr lang="en-IN" dirty="0" err="1"/>
              <a:t>BrickworkERP.SharedContracts</a:t>
            </a:r>
            <a:endParaRPr lang="en-IN" dirty="0"/>
          </a:p>
          <a:p>
            <a:r>
              <a:rPr lang="en-IN" dirty="0" err="1"/>
              <a:t>BrickworkERP.Modules.CRM</a:t>
            </a:r>
            <a:endParaRPr lang="en-IN" dirty="0"/>
          </a:p>
          <a:p>
            <a:r>
              <a:rPr lang="en-IN" dirty="0"/>
              <a:t>BrickworkERP.Modules.HR</a:t>
            </a:r>
          </a:p>
          <a:p>
            <a:r>
              <a:rPr lang="en-IN" dirty="0" err="1"/>
              <a:t>BrickworkERP.Modules.Finance</a:t>
            </a:r>
            <a:endParaRPr lang="en-IN" dirty="0"/>
          </a:p>
          <a:p>
            <a:r>
              <a:rPr lang="en-IN" dirty="0" err="1"/>
              <a:t>BrickworkERP.Modules.Admin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5F3FD3-B895-5163-BEC4-52FEC2F93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9E645-06CB-DA4A-5A5D-0CAD1FFDC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3DEBB-92FB-4331-8C19-9E7F7290E98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42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89301-D064-8F42-68E2-B84592FC5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r>
              <a:rPr lang="en-US" dirty="0"/>
              <a:t>Core tables required for multi-tenant system: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A0F76-06E9-6DA0-EEA3-3A6A46F0F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/>
          <a:p>
            <a:r>
              <a:rPr lang="en-IN" dirty="0"/>
              <a:t>Tenants</a:t>
            </a:r>
          </a:p>
          <a:p>
            <a:r>
              <a:rPr lang="en-IN" dirty="0"/>
              <a:t>Users/Identity</a:t>
            </a:r>
          </a:p>
          <a:p>
            <a:r>
              <a:rPr lang="en-IN" dirty="0" err="1"/>
              <a:t>EmployeesModules</a:t>
            </a:r>
            <a:endParaRPr lang="en-IN" dirty="0"/>
          </a:p>
          <a:p>
            <a:r>
              <a:rPr lang="en-IN" dirty="0" err="1"/>
              <a:t>TenantModules</a:t>
            </a:r>
            <a:endParaRPr lang="en-IN" dirty="0"/>
          </a:p>
          <a:p>
            <a:r>
              <a:rPr lang="en-IN" dirty="0" err="1"/>
              <a:t>TenantDomains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16E96-20C2-7418-60F4-0D68718A5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96840" y="6356350"/>
            <a:ext cx="544067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IN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F847F-DFCA-1B61-2F13-59887BCAC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6603" y="6356350"/>
            <a:ext cx="45719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A73DEBB-92FB-4331-8C19-9E7F7290E98A}" type="slidenum">
              <a:rPr lang="en-IN" smtClean="0"/>
              <a:pPr>
                <a:spcAft>
                  <a:spcPts val="600"/>
                </a:spcAft>
              </a:pPr>
              <a:t>6</a:t>
            </a:fld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E41A35-7465-BC1A-F4AB-8C964F986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879020"/>
              </p:ext>
            </p:extLst>
          </p:nvPr>
        </p:nvGraphicFramePr>
        <p:xfrm>
          <a:off x="5183188" y="1365742"/>
          <a:ext cx="6172200" cy="4116994"/>
        </p:xfrm>
        <a:graphic>
          <a:graphicData uri="http://schemas.openxmlformats.org/drawingml/2006/table">
            <a:tbl>
              <a:tblPr>
                <a:noFill/>
                <a:tableStyleId>{69012ECD-51FC-41F1-AA8D-1B2483CD663E}</a:tableStyleId>
              </a:tblPr>
              <a:tblGrid>
                <a:gridCol w="2879568">
                  <a:extLst>
                    <a:ext uri="{9D8B030D-6E8A-4147-A177-3AD203B41FA5}">
                      <a16:colId xmlns:a16="http://schemas.microsoft.com/office/drawing/2014/main" val="3784106189"/>
                    </a:ext>
                  </a:extLst>
                </a:gridCol>
                <a:gridCol w="3292632">
                  <a:extLst>
                    <a:ext uri="{9D8B030D-6E8A-4147-A177-3AD203B41FA5}">
                      <a16:colId xmlns:a16="http://schemas.microsoft.com/office/drawing/2014/main" val="740862946"/>
                    </a:ext>
                  </a:extLst>
                </a:gridCol>
              </a:tblGrid>
              <a:tr h="588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Table</a:t>
                      </a:r>
                    </a:p>
                  </a:txBody>
                  <a:tcPr marL="242366" marR="145420" marT="145420" marB="14542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Purpose</a:t>
                      </a:r>
                    </a:p>
                  </a:txBody>
                  <a:tcPr marL="242366" marR="145420" marT="145420" marB="1454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339661"/>
                  </a:ext>
                </a:extLst>
              </a:tr>
              <a:tr h="588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Tenants</a:t>
                      </a:r>
                    </a:p>
                  </a:txBody>
                  <a:tcPr marL="242366" marR="145420" marT="145420" marB="14542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ERP customers</a:t>
                      </a:r>
                    </a:p>
                  </a:txBody>
                  <a:tcPr marL="242366" marR="145420" marT="145420" marB="1454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289474"/>
                  </a:ext>
                </a:extLst>
              </a:tr>
              <a:tr h="588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Users</a:t>
                      </a:r>
                    </a:p>
                  </a:txBody>
                  <a:tcPr marL="242366" marR="145420" marT="145420" marB="14542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login users</a:t>
                      </a:r>
                    </a:p>
                  </a:txBody>
                  <a:tcPr marL="242366" marR="145420" marT="145420" marB="1454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940611"/>
                  </a:ext>
                </a:extLst>
              </a:tr>
              <a:tr h="588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Employees</a:t>
                      </a:r>
                    </a:p>
                  </a:txBody>
                  <a:tcPr marL="242366" marR="145420" marT="145420" marB="14542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employee records</a:t>
                      </a:r>
                    </a:p>
                  </a:txBody>
                  <a:tcPr marL="242366" marR="145420" marT="145420" marB="1454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12048"/>
                  </a:ext>
                </a:extLst>
              </a:tr>
              <a:tr h="588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Modules</a:t>
                      </a:r>
                    </a:p>
                  </a:txBody>
                  <a:tcPr marL="242366" marR="145420" marT="145420" marB="14542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list of ERP modules</a:t>
                      </a:r>
                    </a:p>
                  </a:txBody>
                  <a:tcPr marL="242366" marR="145420" marT="145420" marB="1454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57077"/>
                  </a:ext>
                </a:extLst>
              </a:tr>
              <a:tr h="588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TenantModules</a:t>
                      </a:r>
                      <a:endParaRPr lang="en-IN" sz="17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42366" marR="145420" marT="145420" marB="14542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subscription mapping</a:t>
                      </a:r>
                    </a:p>
                  </a:txBody>
                  <a:tcPr marL="242366" marR="145420" marT="145420" marB="1454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441090"/>
                  </a:ext>
                </a:extLst>
              </a:tr>
              <a:tr h="588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TenantDomains</a:t>
                      </a:r>
                      <a:endParaRPr lang="en-IN" sz="17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42366" marR="145420" marT="145420" marB="14542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subdomain mapping</a:t>
                      </a:r>
                    </a:p>
                  </a:txBody>
                  <a:tcPr marL="242366" marR="145420" marT="145420" marB="1454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261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583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9E150-2C0E-E51E-4EA0-05D45DC57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46D94-E99B-E79F-8211-DD1BC908B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r>
              <a:rPr lang="en-IN" dirty="0"/>
              <a:t>Tenant Identification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6D389F6-8872-A2C8-3B12-1B46D288C8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01A0A7-FC3B-F850-D0B7-2E14C3D2A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96840" y="6356350"/>
            <a:ext cx="544067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IN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098E0-C331-CC10-5FA9-6D42CA325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6603" y="6356350"/>
            <a:ext cx="45719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A73DEBB-92FB-4331-8C19-9E7F7290E98A}" type="slidenum">
              <a:rPr lang="en-IN" smtClean="0"/>
              <a:pPr>
                <a:spcAft>
                  <a:spcPts val="600"/>
                </a:spcAft>
              </a:pPr>
              <a:t>7</a:t>
            </a:fld>
            <a:endParaRPr lang="en-IN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CC61C0B-B39E-2DDD-CE30-521B577443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7975892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6840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4FBAA05-FA02-6DF4-3FA7-CBCB62D95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Communications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53E98B-1B8B-8DB6-B4A4-B59150A548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Each module contains:</a:t>
            </a:r>
          </a:p>
          <a:p>
            <a:r>
              <a:rPr lang="fr-FR" dirty="0"/>
              <a:t>Module </a:t>
            </a:r>
          </a:p>
          <a:p>
            <a:pPr marL="0" indent="0">
              <a:buNone/>
            </a:pPr>
            <a:r>
              <a:rPr lang="fr-FR" dirty="0"/>
              <a:t>├ Domain</a:t>
            </a:r>
          </a:p>
          <a:p>
            <a:pPr marL="0" indent="0">
              <a:buNone/>
            </a:pPr>
            <a:r>
              <a:rPr lang="fr-FR" dirty="0"/>
              <a:t>├ Application </a:t>
            </a:r>
          </a:p>
          <a:p>
            <a:pPr marL="0" indent="0">
              <a:buNone/>
            </a:pPr>
            <a:r>
              <a:rPr lang="fr-FR" dirty="0"/>
              <a:t>├ Infrastructure </a:t>
            </a:r>
          </a:p>
          <a:p>
            <a:pPr marL="0" indent="0">
              <a:buNone/>
            </a:pPr>
            <a:r>
              <a:rPr lang="fr-FR" dirty="0"/>
              <a:t> └ API/UI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812065-BA63-FCEC-36A9-2143144803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Modules communicate through </a:t>
            </a:r>
            <a:r>
              <a:rPr lang="en-US" b="1" dirty="0"/>
              <a:t>service contracts or interfaces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sz="2000" dirty="0"/>
              <a:t>Modules must </a:t>
            </a:r>
            <a:r>
              <a:rPr lang="en-US" sz="2000" b="1" dirty="0"/>
              <a:t>not access each other's database directly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Instead use </a:t>
            </a:r>
            <a:r>
              <a:rPr lang="en-US" sz="2000" b="1" dirty="0"/>
              <a:t>service contracts</a:t>
            </a:r>
            <a:r>
              <a:rPr lang="en-US" sz="2000" dirty="0"/>
              <a:t>.)</a:t>
            </a:r>
          </a:p>
          <a:p>
            <a:endParaRPr lang="en-US" dirty="0"/>
          </a:p>
          <a:p>
            <a:r>
              <a:rPr lang="en-IN" dirty="0"/>
              <a:t>Module Communication</a:t>
            </a:r>
            <a:endParaRPr lang="en-US" dirty="0"/>
          </a:p>
          <a:p>
            <a:pPr lvl="1"/>
            <a:r>
              <a:rPr lang="en-US" dirty="0" err="1"/>
              <a:t>ModuleContracts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IEmployeeProvider</a:t>
            </a:r>
            <a:endParaRPr lang="en-US" dirty="0"/>
          </a:p>
          <a:p>
            <a:pPr lvl="1"/>
            <a:r>
              <a:rPr lang="en-US" dirty="0"/>
              <a:t>HR Module   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EmployeeService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 err="1"/>
              <a:t>SalesCRM</a:t>
            </a:r>
            <a:r>
              <a:rPr lang="en-US" dirty="0"/>
              <a:t> Module   </a:t>
            </a:r>
            <a:br>
              <a:rPr lang="en-US" dirty="0"/>
            </a:br>
            <a:r>
              <a:rPr lang="en-US" dirty="0"/>
              <a:t>	Uses </a:t>
            </a:r>
            <a:r>
              <a:rPr lang="en-US" dirty="0" err="1"/>
              <a:t>IEmployeeProvider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594D3B-7BC5-A164-75B6-A46AC7268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844BE-856F-5F0A-812D-B351FB5E3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3DEBB-92FB-4331-8C19-9E7F7290E98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6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2512E-54CF-92BC-6D1F-65A21746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Shared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C0BE3-3864-C705-A08C-A2C26DF50D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Employee is </a:t>
            </a:r>
            <a:r>
              <a:rPr lang="en-US" b="1" dirty="0"/>
              <a:t>owned by HR module</a:t>
            </a:r>
            <a:r>
              <a:rPr lang="en-US" dirty="0"/>
              <a:t>.</a:t>
            </a:r>
          </a:p>
          <a:p>
            <a:r>
              <a:rPr lang="en-US" dirty="0"/>
              <a:t>Other modules use </a:t>
            </a:r>
            <a:r>
              <a:rPr lang="en-US" b="1" dirty="0"/>
              <a:t>service contracts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1ADC58-6A39-9E53-2D64-CA97FD9A3D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11F73-49DC-844D-F7B3-C1D10E86A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028B1-3B55-FF29-0598-581CCB657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3DEBB-92FB-4331-8C19-9E7F7290E98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061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BA46E-248B-EDB7-25EE-AD2A52E90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Identity and Business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CC63E-6A27-30DF-08D0-F1AF8E183C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179576"/>
            <a:ext cx="10515599" cy="4997387"/>
          </a:xfrm>
        </p:spPr>
        <p:txBody>
          <a:bodyPr/>
          <a:lstStyle/>
          <a:p>
            <a:r>
              <a:rPr lang="en-IN" dirty="0"/>
              <a:t>Use </a:t>
            </a:r>
            <a:r>
              <a:rPr lang="en-IN" b="1" dirty="0"/>
              <a:t>multiple </a:t>
            </a:r>
            <a:r>
              <a:rPr lang="en-IN" b="1" dirty="0" err="1"/>
              <a:t>DbContexts</a:t>
            </a:r>
            <a:r>
              <a:rPr lang="en-IN" dirty="0"/>
              <a:t>. (Use </a:t>
            </a:r>
            <a:r>
              <a:rPr lang="en-IN" b="1" dirty="0"/>
              <a:t>Core + Module </a:t>
            </a:r>
            <a:r>
              <a:rPr lang="en-IN" b="1" dirty="0" err="1"/>
              <a:t>DbContexts</a:t>
            </a:r>
            <a:r>
              <a:rPr lang="en-IN" dirty="0"/>
              <a:t>.)</a:t>
            </a:r>
          </a:p>
          <a:p>
            <a:pPr lvl="1"/>
            <a:r>
              <a:rPr lang="en-IN" dirty="0" err="1"/>
              <a:t>IdentityDbContext</a:t>
            </a:r>
            <a:endParaRPr lang="en-IN" dirty="0"/>
          </a:p>
          <a:p>
            <a:pPr lvl="1"/>
            <a:r>
              <a:rPr lang="en-IN" dirty="0" err="1"/>
              <a:t>CoreDbContext</a:t>
            </a:r>
            <a:endParaRPr lang="en-IN" dirty="0"/>
          </a:p>
          <a:p>
            <a:pPr lvl="1"/>
            <a:r>
              <a:rPr lang="en-IN" dirty="0" err="1"/>
              <a:t>SalesCRMDbContext</a:t>
            </a:r>
            <a:endParaRPr lang="en-IN" dirty="0"/>
          </a:p>
          <a:p>
            <a:pPr lvl="1"/>
            <a:r>
              <a:rPr lang="en-IN" dirty="0" err="1"/>
              <a:t>HRDbContext</a:t>
            </a:r>
            <a:endParaRPr lang="en-IN" dirty="0"/>
          </a:p>
          <a:p>
            <a:pPr lvl="1"/>
            <a:r>
              <a:rPr lang="en-IN" dirty="0" err="1"/>
              <a:t>FinanceDbContext</a:t>
            </a:r>
            <a:endParaRPr lang="en-IN" dirty="0"/>
          </a:p>
          <a:p>
            <a:pPr lvl="1"/>
            <a:endParaRPr lang="en-IN" dirty="0"/>
          </a:p>
          <a:p>
            <a:r>
              <a:rPr lang="en-IN" dirty="0"/>
              <a:t>Advantages:</a:t>
            </a:r>
          </a:p>
          <a:p>
            <a:pPr lvl="1"/>
            <a:r>
              <a:rPr lang="en-IN" dirty="0"/>
              <a:t>Module isolation</a:t>
            </a:r>
          </a:p>
          <a:p>
            <a:pPr lvl="1"/>
            <a:r>
              <a:rPr lang="en-IN" dirty="0"/>
              <a:t>Independent migrations</a:t>
            </a:r>
          </a:p>
          <a:p>
            <a:pPr lvl="1"/>
            <a:r>
              <a:rPr lang="en-IN" dirty="0"/>
              <a:t>Clean architecture</a:t>
            </a:r>
          </a:p>
          <a:p>
            <a:pPr lvl="1"/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267A1-5722-01DB-3266-693969B2F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F9F5E-2D30-0583-9C40-8C357B114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3DEBB-92FB-4331-8C19-9E7F7290E98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085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8E38BD1-9DA2-DA91-5DFA-7902F5357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253"/>
            <a:ext cx="10515600" cy="568547"/>
          </a:xfrm>
        </p:spPr>
        <p:txBody>
          <a:bodyPr anchor="t">
            <a:normAutofit fontScale="90000"/>
          </a:bodyPr>
          <a:lstStyle/>
          <a:p>
            <a:r>
              <a:rPr lang="en-IN" dirty="0"/>
              <a:t>Development Roadmap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3C04E0A-79CD-F372-F1EF-5FD0D53A3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010" y="1067357"/>
            <a:ext cx="7181980" cy="554639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solution structure</a:t>
            </a:r>
          </a:p>
          <a:p>
            <a:pPr marL="342900" marR="0" lvl="0" indent="-3429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Identity system</a:t>
            </a:r>
          </a:p>
          <a:p>
            <a:pPr marL="342900" marR="0" lvl="0" indent="-3429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tenant tables</a:t>
            </a:r>
          </a:p>
          <a:p>
            <a:pPr marL="342900" marR="0" lvl="0" indent="-3429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tenant middleware</a:t>
            </a:r>
          </a:p>
          <a:p>
            <a:pPr marL="342900" marR="0" lvl="0" indent="-3429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module subscription system</a:t>
            </a:r>
          </a:p>
          <a:p>
            <a:pPr marL="342900" marR="0" lvl="0" indent="-3429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first module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SalesCRM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342900" marR="0" lvl="0" indent="-3429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module communication</a:t>
            </a:r>
          </a:p>
          <a:p>
            <a:pPr marL="342900" marR="0" lvl="0" indent="-3429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dynamic menu system</a:t>
            </a:r>
          </a:p>
          <a:p>
            <a:pPr marL="342900" marR="0" lvl="0" indent="-3429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additional modules (HR, Finance)</a:t>
            </a:r>
          </a:p>
          <a:p>
            <a:pPr marL="342900" marR="0" lvl="0" indent="-3429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SaaS platform</a:t>
            </a:r>
          </a:p>
        </p:txBody>
      </p:sp>
    </p:spTree>
    <p:extLst>
      <p:ext uri="{BB962C8B-B14F-4D97-AF65-F5344CB8AC3E}">
        <p14:creationId xmlns:p14="http://schemas.microsoft.com/office/powerpoint/2010/main" val="562785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tree, sky, outdoor&#10;&#10;Description automatically generated">
            <a:extLst>
              <a:ext uri="{FF2B5EF4-FFF2-40B4-BE49-F238E27FC236}">
                <a16:creationId xmlns:a16="http://schemas.microsoft.com/office/drawing/2014/main" id="{6265081C-28E7-BEFA-70D2-7D09A8C89A2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922888E-3B5D-8969-0391-9F6A43322FE7}"/>
              </a:ext>
            </a:extLst>
          </p:cNvPr>
          <p:cNvSpPr/>
          <p:nvPr/>
        </p:nvSpPr>
        <p:spPr>
          <a:xfrm>
            <a:off x="599953" y="666586"/>
            <a:ext cx="3534301" cy="12861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>
                <a:latin typeface="Century Gothic" panose="020B0502020202020204" pitchFamily="34" charset="0"/>
              </a:rPr>
              <a:t>Give us an opportunity to augment your team and add value to your business.</a:t>
            </a:r>
            <a:endParaRPr lang="en-IN" dirty="0">
              <a:latin typeface="Century Gothic" panose="020B0502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7475B1-B2C5-B2A6-6DC4-659C44145990}"/>
              </a:ext>
            </a:extLst>
          </p:cNvPr>
          <p:cNvSpPr/>
          <p:nvPr/>
        </p:nvSpPr>
        <p:spPr>
          <a:xfrm>
            <a:off x="651634" y="2287501"/>
            <a:ext cx="3733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1E4384"/>
                </a:solidFill>
                <a:latin typeface="Century Gothic" panose="020B0502020202020204" pitchFamily="34" charset="0"/>
              </a:rPr>
              <a:t>Thank You!</a:t>
            </a:r>
            <a:endParaRPr lang="en-IN" sz="2400" b="1" dirty="0">
              <a:solidFill>
                <a:srgbClr val="1E4384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AEFF54-B707-41AB-828D-C4E96314A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34" y="4721677"/>
            <a:ext cx="3837163" cy="1343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sz="1400" b="1" dirty="0">
                <a:solidFill>
                  <a:srgbClr val="1E4384"/>
                </a:solidFill>
                <a:latin typeface="Century Gothic" panose="020B0502020202020204" pitchFamily="34" charset="0"/>
              </a:rPr>
              <a:t>Contact: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sz="1400" b="1" dirty="0">
                <a:solidFill>
                  <a:srgbClr val="1E4384"/>
                </a:solidFill>
                <a:latin typeface="Century Gothic" panose="020B0502020202020204" pitchFamily="34" charset="0"/>
              </a:rPr>
              <a:t>info@brickworkindia.com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sz="1400" b="1" dirty="0">
                <a:solidFill>
                  <a:srgbClr val="1E4384"/>
                </a:solidFill>
                <a:latin typeface="Century Gothic" panose="020B0502020202020204" pitchFamily="34" charset="0"/>
              </a:rPr>
              <a:t>USA:</a:t>
            </a:r>
            <a:r>
              <a:rPr lang="en-US" sz="1400" dirty="0">
                <a:solidFill>
                  <a:srgbClr val="1E4384"/>
                </a:solidFill>
                <a:latin typeface="Century Gothic" panose="020B0502020202020204" pitchFamily="34" charset="0"/>
              </a:rPr>
              <a:t> +1 (617) – 608 – 2427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sz="1400" b="1" dirty="0">
                <a:solidFill>
                  <a:srgbClr val="1E4384"/>
                </a:solidFill>
                <a:latin typeface="Century Gothic" panose="020B0502020202020204" pitchFamily="34" charset="0"/>
              </a:rPr>
              <a:t>India:</a:t>
            </a:r>
            <a:r>
              <a:rPr lang="en-US" sz="1400" dirty="0">
                <a:solidFill>
                  <a:srgbClr val="1E4384"/>
                </a:solidFill>
                <a:latin typeface="Century Gothic" panose="020B0502020202020204" pitchFamily="34" charset="0"/>
              </a:rPr>
              <a:t> +91 (80) – 6751 – 9999</a:t>
            </a:r>
          </a:p>
        </p:txBody>
      </p:sp>
    </p:spTree>
    <p:extLst>
      <p:ext uri="{BB962C8B-B14F-4D97-AF65-F5344CB8AC3E}">
        <p14:creationId xmlns:p14="http://schemas.microsoft.com/office/powerpoint/2010/main" val="1403910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462</Words>
  <Application>Microsoft Office PowerPoint</Application>
  <PresentationFormat>Widescreen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Century Gothic</vt:lpstr>
      <vt:lpstr>Wingdings</vt:lpstr>
      <vt:lpstr>Office Theme</vt:lpstr>
      <vt:lpstr>ERP Modular Architecture</vt:lpstr>
      <vt:lpstr>Technology Stack</vt:lpstr>
      <vt:lpstr>ERP Modular Architecture Design</vt:lpstr>
      <vt:lpstr>ERP Request Processing Flow</vt:lpstr>
      <vt:lpstr>Modules as Projects or MVC Areas</vt:lpstr>
      <vt:lpstr>Core tables required for multi-tenant system:</vt:lpstr>
      <vt:lpstr>Tenant Identification:</vt:lpstr>
      <vt:lpstr>Module Communications</vt:lpstr>
      <vt:lpstr>Shared Table</vt:lpstr>
      <vt:lpstr>Identity and Business Context</vt:lpstr>
      <vt:lpstr>Development Roadmap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J. Joberson</dc:creator>
  <cp:lastModifiedBy>Rajesh Kumar Pal</cp:lastModifiedBy>
  <cp:revision>11</cp:revision>
  <dcterms:created xsi:type="dcterms:W3CDTF">2022-05-26T17:51:57Z</dcterms:created>
  <dcterms:modified xsi:type="dcterms:W3CDTF">2026-03-16T12:20:09Z</dcterms:modified>
</cp:coreProperties>
</file>